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4ADCC49-9FF9-F09D-6292-16AB389E15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94131FA-E9CA-DAA8-E4E7-4E91999509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E434B1A-3FB6-B289-E91B-E10FE4004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4CA0-E8CC-4F90-84AD-08C463E57D42}" type="datetimeFigureOut">
              <a:rPr kumimoji="1" lang="ja-JP" altLang="en-US" smtClean="0"/>
              <a:t>2025/7/4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40B4888-5F01-E8D2-03F7-86C0E54AA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17F547A-7997-167B-EA2F-06E77D12C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9ABA7-5090-4DCB-BFF1-C512186DFF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58901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E88B4EF-1EAB-6A7C-DD13-A8BEF3D9A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2F208FD-F61D-C1BD-4CA9-3F8FE9BAED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518C248-EEC0-A63F-3BBE-B9DDA3719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4CA0-E8CC-4F90-84AD-08C463E57D42}" type="datetimeFigureOut">
              <a:rPr kumimoji="1" lang="ja-JP" altLang="en-US" smtClean="0"/>
              <a:t>2025/7/4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54A670B-3B7A-B699-F7CD-C81D1E58E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9F8F03E-1140-03AB-0270-9D4DB4539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9ABA7-5090-4DCB-BFF1-C512186DFF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610856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3220FFC-D6F6-C7DB-C8D1-AC8B119B6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03CBF6F-3024-70C9-AE78-81B96A656D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64640E2-CC85-1484-4897-B021CD34A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4CA0-E8CC-4F90-84AD-08C463E57D42}" type="datetimeFigureOut">
              <a:rPr kumimoji="1" lang="ja-JP" altLang="en-US" smtClean="0"/>
              <a:t>2025/7/4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DED64AB-E969-E9A9-0A47-ABC73FB88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40AAF6A-C542-64C2-C480-BD4F66B1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9ABA7-5090-4DCB-BFF1-C512186DFF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39614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46E51EA-743C-10A1-71C9-81A674C67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43C7386-FBFC-34D4-06AE-4B5CE5CAB8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80C633F-7ABE-1D71-B33D-BCF6F33F46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53AB370-B903-F841-9A4B-BF0DF3943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4CA0-E8CC-4F90-84AD-08C463E57D42}" type="datetimeFigureOut">
              <a:rPr kumimoji="1" lang="ja-JP" altLang="en-US" smtClean="0"/>
              <a:t>2025/7/4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72837AC-D651-FEE9-8A18-0F05116DA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4142A55-B67A-D033-DE70-D1568AD2B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9ABA7-5090-4DCB-BFF1-C512186DFF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051282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BA27CD3-4B28-CC73-EFEF-65F900B4F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9D5BDF0-8781-2086-F6D7-D2E1D8094D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E4D9244-AB4F-02C0-2CE1-907A3A2E0A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C7C6DECF-47C0-EDAE-9BE7-3812E64492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6F7934F6-1466-AA6D-2894-87F83535A2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953EA6C9-FC92-EEC4-7186-06CAD4A47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4CA0-E8CC-4F90-84AD-08C463E57D42}" type="datetimeFigureOut">
              <a:rPr kumimoji="1" lang="ja-JP" altLang="en-US" smtClean="0"/>
              <a:t>2025/7/4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6DC93FE-E9AD-B5C7-8E92-23A8B7684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5B2B0F86-211F-D4E7-B00E-28C173D42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9ABA7-5090-4DCB-BFF1-C512186DFF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360263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4EC8F22-60A6-8C00-8473-5CD675331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01C8E8D-8FCE-D333-1222-39637C79C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4CA0-E8CC-4F90-84AD-08C463E57D42}" type="datetimeFigureOut">
              <a:rPr kumimoji="1" lang="ja-JP" altLang="en-US" smtClean="0"/>
              <a:t>2025/7/4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04878843-3320-AA0C-22BF-9FEBC8D48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D558F397-D45F-135A-C15E-FA189909D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9ABA7-5090-4DCB-BFF1-C512186DFF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5399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D005B3E-AA3E-EFF7-9DCD-2A0ABB0BC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4CA0-E8CC-4F90-84AD-08C463E57D42}" type="datetimeFigureOut">
              <a:rPr kumimoji="1" lang="ja-JP" altLang="en-US" smtClean="0"/>
              <a:t>2025/7/4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A4C6BE76-597B-3F3E-9126-0890212F4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64D749A-85D0-7F1B-6D7C-8CCCA663E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9ABA7-5090-4DCB-BFF1-C512186DFF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98960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70BF19F-A785-1058-1FC4-C081DC3F3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916325A-534A-0257-D0A4-85B9DBEC40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F001B8A-4C59-358A-F5C5-C3F8A25DB9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97B674F-9A03-B4CF-70A2-7DB1507A5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4CA0-E8CC-4F90-84AD-08C463E57D42}" type="datetimeFigureOut">
              <a:rPr kumimoji="1" lang="ja-JP" altLang="en-US" smtClean="0"/>
              <a:t>2025/7/4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436B24C-B444-F024-D39C-98DBC7AE3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2D31F1F-3AB6-1A73-B489-48ABBBC57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9ABA7-5090-4DCB-BFF1-C512186DFF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712877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ED4D96-6EE2-1B9F-85A9-3C999E463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E9A80F3C-5EE4-00E0-AF69-8FD57C2BC5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22C40F1-0140-BDC0-0700-AFF3DD3A67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B117637-A098-FED6-F598-96A6F5337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4CA0-E8CC-4F90-84AD-08C463E57D42}" type="datetimeFigureOut">
              <a:rPr kumimoji="1" lang="ja-JP" altLang="en-US" smtClean="0"/>
              <a:t>2025/7/4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0FE3925-A0B5-A7A3-553C-D796AED35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EB5E4A7-8EA0-4120-13A7-D56C8C7AE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9ABA7-5090-4DCB-BFF1-C512186DFF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74680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8975A5A-3470-AD3E-6B29-4DC320A81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B72C3C8-7B11-0FE8-E984-34728EF71B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F070D82-BCF7-AA72-25FE-7BA4F13AC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4CA0-E8CC-4F90-84AD-08C463E57D42}" type="datetimeFigureOut">
              <a:rPr kumimoji="1" lang="ja-JP" altLang="en-US" smtClean="0"/>
              <a:t>2025/7/4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8FB5364-3C3F-EB3E-DE97-EF27071ED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D153A30-3AA6-2ABF-17FF-B9DDD93E2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9ABA7-5090-4DCB-BFF1-C512186DFF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77058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C27D793B-D6AA-437B-E762-481D354C5D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B53189B-AB23-77B2-9476-548CE6B51F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C02C644-E44D-58B8-8818-AB3DF27C7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4CA0-E8CC-4F90-84AD-08C463E57D42}" type="datetimeFigureOut">
              <a:rPr kumimoji="1" lang="ja-JP" altLang="en-US" smtClean="0"/>
              <a:t>2025/7/4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7FB996B-9BB3-E764-8106-C1DB0C0D2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F11ABF9-9D12-44D2-9CCB-F60F57884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9ABA7-5090-4DCB-BFF1-C512186DFF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0378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5DBC1FF3-0C50-4299-828B-7441A057F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1816591-3677-B544-0D7E-8138332F46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2964DC2-3C0F-464F-1F20-DD5C6E9A12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794CA0-E8CC-4F90-84AD-08C463E57D42}" type="datetimeFigureOut">
              <a:rPr kumimoji="1" lang="ja-JP" altLang="en-US" smtClean="0"/>
              <a:t>2025/7/4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FBBC291-A619-09CF-15F2-12D0C80648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44ADE8E-558C-FB8A-870B-9202A612FB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49ABA7-5090-4DCB-BFF1-C512186DFF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07880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03297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D2D3837-16E7-404F-8485-F00CFC16A570}"/>
              </a:ext>
            </a:extLst>
          </p:cNvPr>
          <p:cNvSpPr txBox="1"/>
          <p:nvPr/>
        </p:nvSpPr>
        <p:spPr>
          <a:xfrm>
            <a:off x="245805" y="90636"/>
            <a:ext cx="202544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4000" b="1" i="0" u="none" strike="noStrike" dirty="0">
                <a:solidFill>
                  <a:srgbClr val="000000"/>
                </a:solidFill>
                <a:effectLst/>
                <a:latin typeface="Outfit"/>
              </a:rPr>
              <a:t>I — Idea</a:t>
            </a:r>
            <a:endParaRPr lang="ja-JP" altLang="en-US" sz="4000" dirty="0"/>
          </a:p>
        </p:txBody>
      </p:sp>
    </p:spTree>
    <p:extLst>
      <p:ext uri="{BB962C8B-B14F-4D97-AF65-F5344CB8AC3E}">
        <p14:creationId xmlns:p14="http://schemas.microsoft.com/office/powerpoint/2010/main" val="5831970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C1027C5-A8F4-4619-D99B-8DA0563AE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45620F3-1578-27A1-A382-EE8F74E625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478367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0BE13F-ABD5-1EBE-CC73-231E121FD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053C222-8B1A-AD67-6704-2E6BE4F66B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546363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06DD16F-8BE0-7C61-EB7D-938046890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878B97A-F629-9799-9478-21B4D11E25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534930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6E852D9-6675-BF2E-CD28-D4E9029D8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C0F5894-0BF6-8539-96A3-CDCCD45B33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053039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3</Words>
  <Application>Microsoft Office PowerPoint</Application>
  <PresentationFormat>ワイド画面</PresentationFormat>
  <Paragraphs>1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1" baseType="lpstr">
      <vt:lpstr>Outfit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カイト ヒヤマ</dc:creator>
  <cp:lastModifiedBy>カイト ヒヤマ</cp:lastModifiedBy>
  <cp:revision>1</cp:revision>
  <dcterms:created xsi:type="dcterms:W3CDTF">2025-07-04T02:16:10Z</dcterms:created>
  <dcterms:modified xsi:type="dcterms:W3CDTF">2025-07-04T03:09:46Z</dcterms:modified>
</cp:coreProperties>
</file>